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本法旨在透過明確的懲罰規範，在維護軍隊紀律與戰力的同時，確保軍人的基本人權得到保障。無論目前是否仍為現役，服役期間的違紀行為均受本法規範。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為了統一法律適用，本法對關鍵術語做了明確定義。特別是『違紀行為』涵蓋了勤務內外的所有規範違反。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本法將懲罰分為一般與重大兩類。重大懲罰包含對職位、階級的影響，以及較高金額的財產處分。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勤務上違紀主要關注於職務執行與命令服從。值得注意的是，即使非執行勤務，但濫用軍人身分或在機關內有不當行為，仍視為勤務上違紀。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勤務外違紀是指軍人在非執行任務期間的行為。重點在於刑事犯罪、藥物濫用、酒駕及性騷擾等嚴重損害軍人形象與社會秩序之行為。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在調查過程中，軍人負有配合義務。任何妨害調查的行為，如隱匿證據或虛偽陳述，都將面臨法律責任。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針對重大事故或高階將領的違紀行為，國防部會啟動專案調查，以確保調查的公正性與深度。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並非所有舉發都會進入調查程序。若事實不明、已過時效或不構成違紀，權責長官得決定不實施或終止調查。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當違紀行為同時涉及刑事犯罪時，將由檢察官指揮法律專業人員進行偵查，確保程序符合刑事訴訟法之規範。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ILA_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陸海空軍懲罰法 概論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9 張投影片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陸海空軍懲罰法：立法宗旨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維護軍紀與鞏固戰力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兼顧人權保障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導正軍人之違紀行為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適用範圍：除其他法律另有規定外，軍人違紀行為依本法行之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追溯適用：對喪失現役身分者於服役期間之行為亦適用 (參 [1])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核心術語定義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違紀行為：服現役期間違反勤務上或勤務外紀律規範之行為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服役機關：隸屬或執行勤務之機關、部隊、學校或行政法人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權責長官：具有指揮監督或實施懲罰權限者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法律專業人員：具軍法官或國防法務官資格並依法任用者 (參 [1])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重大懲罰之定義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人事懲罰類：撤職、廢止起役、降階、記大過、悔過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財產懲罰類：逾受懲罰人二個月本俸（薪額）之財產懲罰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懲戒法院審理事件之懲戒種類，亦依本法規定為之 (參 [1])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勤務上違紀行為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違背或逾越法令執行勤務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違反權責長官之職務命令或服役機關管理規範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怠於監督所屬人員執行勤務或管理規範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違反已送立法院備查或國防部頒定之法令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視為勤務上違紀：濫用軍人身分、權限、服制或於機關內不當行為 (參 [1])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勤務外違紀行為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故意觸犯刑事法律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無故施用或持有毒品、迷幻藥、麻醉藥品等管制藥品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酒駕或無正當理由拒絕酒精濃度測試 (參 [1])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實施性騷擾行為 (參 [1])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調查程序與義務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調查義務：軍人無正當理由不得規避或拒絕調查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禁止妨害調查：不得偽造、變造、湮滅或隱匿證據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陳述義務：詢問時不得為虛偽或不實陳述 (參 [2])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專案調查之實施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實施主體：國防部自行或指定所屬服役機關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適用情形：人員死亡或重大傷害、演習或訓練事故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適用情形：將官違紀行為或有其他專案調查必要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申請權：傷亡者親屬得於發生後六個月內申請專案調查 (參 [2])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不實施或終止調查之情形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重複處分：同一行為已受懲戒或懲罰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法令變更：懲罰法令已廢止或停止適用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權限逾期：懲罰權已逾法定行使期間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事實不明：匿名舉發、未具體指出行為人或事實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不構成違紀：舉發事實顯不構成違紀行為 (參 [2])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刑事偵查之競合處理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非戰時競合：涉違紀且涉犯罪嫌疑時，由檢察官指揮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執行人員：由服役機關或上級機關之法律專業人員執行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法律專業人員權限：實施搜索、扣押、勘驗、拘提及詢問 (參 [2])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法律地位：法律專業人員處理上述事務時，視為刑事訴訟法之執行 (參 [2])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陸海空軍懲罰法 概論</dc:title>
  <dc:subject>PptxGenJS Presentation</dc:subject>
  <dc:creator>ANILA LM</dc:creator>
  <cp:lastModifiedBy>ANILA LM</cp:lastModifiedBy>
  <cp:revision>1</cp:revision>
  <dcterms:created xsi:type="dcterms:W3CDTF">2026-04-28T06:35:37Z</dcterms:created>
  <dcterms:modified xsi:type="dcterms:W3CDTF">2026-04-28T06:35:37Z</dcterms:modified>
</cp:coreProperties>
</file>