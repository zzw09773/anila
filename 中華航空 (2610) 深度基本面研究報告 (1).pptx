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各位好，今天我們要分析中華航空 2610 的深度基本面。目前的市場狀況非常有趣，公司獲利創高，但股價卻處於低位，我們將探討其中的矛盾與機會。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首先看整體概況。華航目前處於一個極端的分歧狀態：財務資料非常漂亮，但籌碼面極差。目前的股價已經反映了大部分的悲觀預期。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接下來進入第一章，我們詳細分析華航的財務表現，看看在油價高漲的環境下，公司的獲利能力是否依然穩健。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請看這張投影片，2025 年的 EPS 創了歷史新高。即使進入 2026 年，第一季的表現依然強勁，年增率超過 20%，這證明瞭公司目前的獲利模式是健康的。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營收方面，4 月份的年增率達到 16.49%。我們可以看到客運的復甦以及 AI 帶動的貨運需求，形成了強大的雙輪驅動，撐住了整體營收。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這裡列出四個關鍵催化劑。除了傳統的旅遊旺季，AI 帶來的貨運需求是新的成長點，而燃油附加費的機制則提供了必要的風險緩衝。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接下來我們進入第二章，探討目前的股價是否被低估，以及與同業相比的競爭力。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這張圖表非常關鍵。目前的 PE 只有 7.36 倍，處於歷史低位。這意味著市場現在非常悲觀，但對於中長線投資者來說，這反而是極佳的進場機會。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將華航與長榮航對比，兩者 PE 相近，但華航的股價在油價壓力下被過度修正，法人目標價 24 元顯示其有約 28% 的上行空間。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最後一章，我們來討論為什麼基本面這麼好，股價卻不漲？關鍵在於風險與籌碼。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風險方面，油價是核心。燃油成本佔比高達 40%，因此 Q2 的財報壓力幾乎是確定的。此外，地緣政治與同業競爭也是長期關注重點。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籌碼面非常極端。外資在狂砍，但公股銀行在接盤。這形成了一個強大的底部，但缺乏向上突破的動力，直到外資停止賣超為止。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我們設定了三種情境。基本情境下，只要下半年油價回落，股價有機會回到 24 元。而 17 元附近有極強的歷史支撐。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建議採取分批進場策略。現在可以少量佈局，但大部位要等外資轉向或 Q2 財報靴子落地後再行追加。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總結來說，華航是一家基本面很好但被市場暫時拋棄的公司。我們接下來要密切追蹤 8 月的財報以及油價走勢，這將是股價反轉的關鍵。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ILA_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920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470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470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中華航空 (2610) 深度基本面研究報告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4206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估值冰點與油價壓力的博弈分析：基本面強勁但籌碼承壓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研究概況與核心觀點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研究日期：2026 年 5 月 15 日，當前股價約 18.75 元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核心矛盾：2025 EPS 創高且 ROE 達 15%，但外資持續大幅賣超 (參 [1], [8])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估值判讀：PE 7.36 倍處於歷史冰點，安全邊際極高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投資建議：適合等待籌碼穩定後的中線佈局，而非追求短期反彈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54864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F961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217920" y="22860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財務表現與營收分析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17920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從獲利能力與營收成長看基本面韌性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獲利能力突破歷史新高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961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2.42 元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2025 年每股盈餘 (EPS)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2025 年獲利能力大幅爆發，且 2026 年第一季獲利創單季次高，僅次於疫情期間貨運爆量高峰，顯示基本面強勁且具持續性。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2025 年 EPS 達 2.42 元，創下歷史新高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營收成長動能分析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●"/>
            </a:pPr>
            <a:r>
              <a:rPr lang="en-US" sz="2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年 4 月營收 208.54 億元，YoY 成長 16.49%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Char char="●"/>
            </a:pPr>
            <a:r>
              <a:rPr lang="en-US" sz="2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1-4 月累計營收 778.12 億元，YoY 成長 10.3%</a:t>
            </a:r>
            <a:endParaRPr lang="en-US" sz="2800" dirty="0"/>
          </a:p>
          <a:p>
            <a:pPr marL="342900" indent="-342900">
              <a:spcAft>
                <a:spcPts val="2200"/>
              </a:spcAft>
              <a:buSzPct val="100000"/>
              <a:buChar char="●"/>
            </a:pPr>
            <a:r>
              <a:rPr lang="en-US" sz="2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客運與貨運雙線驅動，量能有效抵銷高油價成本壓力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核心成長催化劑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487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005840"/>
            <a:ext cx="9235440" cy="5349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貨運需求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37360" y="1540764"/>
            <a:ext cx="9235440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基礎設施擴張帶動高價值貨運需求成長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7203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377440"/>
            <a:ext cx="9235440" cy="5349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旅遊復甦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737360" y="2912364"/>
            <a:ext cx="9235440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歐洲線直飛需求熱絡，客運量能持續回升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8862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0919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3749040"/>
            <a:ext cx="9235440" cy="5349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成本緩衝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737360" y="4283964"/>
            <a:ext cx="9235440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透過燃油附加費調漲，降低油價波動對毛利的衝擊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2578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4635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5120640"/>
            <a:ext cx="9235440" cy="5349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季節性旺季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737360" y="5655564"/>
            <a:ext cx="9235440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暑假及年底雙十一電商旺季將提供強勁支撐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54864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F961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217920" y="22860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估值分析與同業比較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17920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尋找股價底部與相對價值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估值處於歷史低位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961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7.36 倍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目前本益比 (PE)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近 3 年 PE 區間為 6-15 倍，目前 7.36 倍處於歷史冰點。市場已充分反映 Q2 油價承壓的悲觀情境，估值極具吸引力。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 PE 7.36 倍，遠低於歷史中位數 10-12 倍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同業相對價值比較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中華航空 (2610)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406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349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 7.36 倍 (極低估)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2025 EPS 2.42 元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殖利率約 4.57%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6263640"/>
            <a:ext cx="5440680" cy="13716"/>
          </a:xfrm>
          <a:prstGeom prst="rect">
            <a:avLst/>
          </a:prstGeom>
          <a:solidFill>
            <a:srgbClr val="5C6470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00584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長榮航 (2618)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4406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828800"/>
            <a:ext cx="5349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 約 7 倍 (估)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2025 EPS 約 4.82 元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殖利率約 4.82%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63640" y="6263640"/>
            <a:ext cx="5440680" cy="13716"/>
          </a:xfrm>
          <a:prstGeom prst="rect">
            <a:avLst/>
          </a:prstGeom>
          <a:solidFill>
            <a:srgbClr val="5C64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54864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F961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6217920" y="22860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風險評估與籌碼面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17920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分析短期壓力來源與潛在風險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核心風險清單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773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005840"/>
            <a:ext cx="9235440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油價飆漲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37360" y="1746504"/>
            <a:ext cx="92354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燃油成本佔比近 40%，Q2 獲利承壓幾乎確定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4061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834640"/>
            <a:ext cx="9235440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地緣政治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737360" y="3575304"/>
            <a:ext cx="92354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中東戰事或兩岸衝突可能影響旅客信心與航線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50292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52349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4663440"/>
            <a:ext cx="9235440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競爭加劇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737360" y="5404104"/>
            <a:ext cx="92354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星宇擴張與長榮機隊現代化帶來市佔壓力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籌碼結構分析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外資 (偏空)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406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349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月以來持續大幅減碼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單週曾賣超達 14 萬張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對油價疑慮深重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6263640"/>
            <a:ext cx="5440680" cy="13716"/>
          </a:xfrm>
          <a:prstGeom prst="rect">
            <a:avLst/>
          </a:prstGeom>
          <a:solidFill>
            <a:srgbClr val="5C6470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00584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公股銀行 (護盤)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44068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828800"/>
            <a:ext cx="5349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逢低買超承接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提供強大心理支撐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穩定股價不至於崩盤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63640" y="6263640"/>
            <a:ext cx="5440680" cy="13716"/>
          </a:xfrm>
          <a:prstGeom prst="rect">
            <a:avLst/>
          </a:prstGeom>
          <a:solidFill>
            <a:srgbClr val="5C647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股價情境推演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保守情境 (EPS 1.1 元)：油價高度承壓，目標價 14-16 元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基本情境 (EPS 1.6 元)：油價 H2 回落，目標價 19-24 元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樂觀情境 (EPS 2.5+ 元)：貨運持續旺盛，目標價 25-30 元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強支撐區位於 17.0-17.5 元，P/B &lt; 1.2 倍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分批進場操作策略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第一批 (20%)：17.5-19 元少量佈局，利用 4%+ 殖利率建底倉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第二批 (40%)：外資轉買超或油價跌破 $170，追加核心部位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第三批 (40%)：8 月 Q2 財報公佈後，確認不確定性消除後加倉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停損參考：跌破 16.5 元視為基本面支撐失守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總結與後續追蹤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結論：基本面強勁 → 估值低廉 → 籌碼偏空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關鍵追蹤 1：8 月 Q2 財報，確認油價衝擊幅度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關鍵追蹤 2：每月 10 日營收，確認客貨運量能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關鍵追蹤 3：國際油價回落事件 (如 G7 釋油)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中華航空 (2610) 深度基本面研究報告</dc:title>
  <dc:subject>PptxGenJS Presentation</dc:subject>
  <dc:creator>ANILA LM</dc:creator>
  <cp:lastModifiedBy>ANILA LM</cp:lastModifiedBy>
  <cp:revision>1</cp:revision>
  <dcterms:created xsi:type="dcterms:W3CDTF">2026-05-20T05:25:19Z</dcterms:created>
  <dcterms:modified xsi:type="dcterms:W3CDTF">2026-05-20T05:25:19Z</dcterms:modified>
</cp:coreProperties>
</file>